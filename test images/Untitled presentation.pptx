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8029575" cx="793432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529">
          <p15:clr>
            <a:srgbClr val="747775"/>
          </p15:clr>
        </p15:guide>
        <p15:guide id="2" pos="2499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529" orient="horz"/>
        <p:guide pos="249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35155" y="685800"/>
            <a:ext cx="3388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1735155" y="685800"/>
            <a:ext cx="3388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ddb7a0945_0_6:notes"/>
          <p:cNvSpPr/>
          <p:nvPr>
            <p:ph idx="2" type="sldImg"/>
          </p:nvPr>
        </p:nvSpPr>
        <p:spPr>
          <a:xfrm>
            <a:off x="1735138" y="685800"/>
            <a:ext cx="3388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ddb7a094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ddb7a0945_0_11:notes"/>
          <p:cNvSpPr/>
          <p:nvPr>
            <p:ph idx="2" type="sldImg"/>
          </p:nvPr>
        </p:nvSpPr>
        <p:spPr>
          <a:xfrm>
            <a:off x="1735138" y="685800"/>
            <a:ext cx="3388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6ddb7a094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70472" y="1162364"/>
            <a:ext cx="7393500" cy="32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70465" y="4424384"/>
            <a:ext cx="7393500" cy="12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351622" y="7279800"/>
            <a:ext cx="476100" cy="6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70465" y="3357716"/>
            <a:ext cx="7393500" cy="131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351622" y="7279800"/>
            <a:ext cx="476100" cy="6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70465" y="694733"/>
            <a:ext cx="7393500" cy="8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70465" y="1799142"/>
            <a:ext cx="7393500" cy="53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351622" y="7279800"/>
            <a:ext cx="476100" cy="6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70465" y="694733"/>
            <a:ext cx="7393500" cy="8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70465" y="1799142"/>
            <a:ext cx="3470700" cy="53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193114" y="1799142"/>
            <a:ext cx="3470700" cy="53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351622" y="7279800"/>
            <a:ext cx="476100" cy="6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70465" y="694733"/>
            <a:ext cx="7393500" cy="8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351622" y="7279800"/>
            <a:ext cx="476100" cy="6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70465" y="867353"/>
            <a:ext cx="2436600" cy="117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70465" y="2169320"/>
            <a:ext cx="2436600" cy="4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351622" y="7279800"/>
            <a:ext cx="476100" cy="6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25394" y="702734"/>
            <a:ext cx="5525400" cy="638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351622" y="7279800"/>
            <a:ext cx="476100" cy="6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967163" y="-195"/>
            <a:ext cx="3967200" cy="8029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30377" y="1925123"/>
            <a:ext cx="3510000" cy="231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30377" y="4375912"/>
            <a:ext cx="3510000" cy="19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286045" y="1130362"/>
            <a:ext cx="3329400" cy="576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351622" y="7279800"/>
            <a:ext cx="476100" cy="6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70465" y="6604398"/>
            <a:ext cx="5205300" cy="94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351622" y="7279800"/>
            <a:ext cx="476100" cy="6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70465" y="1726784"/>
            <a:ext cx="7393500" cy="306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70465" y="4920973"/>
            <a:ext cx="7393500" cy="20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351622" y="7279800"/>
            <a:ext cx="476100" cy="6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351622" y="7279800"/>
            <a:ext cx="476100" cy="6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70465" y="694733"/>
            <a:ext cx="73935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70465" y="1799142"/>
            <a:ext cx="7393500" cy="53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351622" y="7279800"/>
            <a:ext cx="4761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0" y="234"/>
            <a:ext cx="7934400" cy="8029500"/>
          </a:xfrm>
          <a:prstGeom prst="rect">
            <a:avLst/>
          </a:prstGeom>
          <a:solidFill>
            <a:srgbClr val="F1C232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0"/>
              <a:t>CHAT</a:t>
            </a:r>
            <a:endParaRPr b="1" sz="8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0" y="0"/>
            <a:ext cx="7934400" cy="8029500"/>
          </a:xfrm>
          <a:prstGeom prst="rect">
            <a:avLst/>
          </a:prstGeom>
          <a:solidFill>
            <a:srgbClr val="9900FF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0"/>
              <a:t>Check stock and news</a:t>
            </a:r>
            <a:endParaRPr b="1" sz="8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0" y="0"/>
            <a:ext cx="7934400" cy="8029500"/>
          </a:xfrm>
          <a:prstGeom prst="rect">
            <a:avLst/>
          </a:prstGeom>
          <a:solidFill>
            <a:srgbClr val="FFFF00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0"/>
              <a:t>Rewards and Coupons</a:t>
            </a:r>
            <a:endParaRPr b="1" sz="8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